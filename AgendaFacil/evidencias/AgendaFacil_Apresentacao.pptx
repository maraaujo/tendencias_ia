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463040"/>
            <a:ext cx="4754880" cy="4754880"/>
          </a:xfrm>
          <a:prstGeom prst="ellipse">
            <a:avLst/>
          </a:prstGeom>
          <a:solidFill>
            <a:srgbClr val="1C3656"/>
          </a:solidFill>
          <a:ln w="12700">
            <a:solidFill>
              <a:srgbClr val="1C365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4114800"/>
            <a:ext cx="3291840" cy="3291840"/>
          </a:xfrm>
          <a:prstGeom prst="ellipse">
            <a:avLst/>
          </a:prstGeom>
          <a:solidFill>
            <a:srgbClr val="274D72"/>
          </a:solidFill>
          <a:ln w="12700">
            <a:solidFill>
              <a:srgbClr val="274D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3232" y="10698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6D6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PROJETO LOW CODE · NO CODE · VIBECODE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4944" y="1874520"/>
            <a:ext cx="100584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9144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7E5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Agendamento automatizado com Inteligência Artificial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5001768"/>
            <a:ext cx="2148840" cy="82296"/>
          </a:xfrm>
          <a:prstGeom prst="rect">
            <a:avLst/>
          </a:prstGeom>
          <a:solidFill>
            <a:srgbClr val="56D6BE"/>
          </a:solidFill>
          <a:ln w="12700">
            <a:solidFill>
              <a:srgbClr val="56D6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330952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6D6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Apresentação do protótipo acadêmico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329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 e objetivo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12700">
            <a:solidFill>
              <a:srgbClr val="DA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problema que queremos resolver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636776"/>
            <a:ext cx="10927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Solicitações de atendimento podem exigir organização manual e retrabalho.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525780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A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743200"/>
            <a:ext cx="64008" cy="38404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734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Desafio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3383280"/>
            <a:ext cx="47548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Centralizar solicitações de agendamento e facilitar a comunicação com os usuários.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468880"/>
            <a:ext cx="525780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AE4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2743200"/>
            <a:ext cx="64008" cy="384048"/>
          </a:xfrm>
          <a:prstGeom prst="rect">
            <a:avLst/>
          </a:prstGeom>
          <a:solidFill>
            <a:srgbClr val="56D6BE"/>
          </a:solidFill>
          <a:ln w="12700">
            <a:solidFill>
              <a:srgbClr val="56D6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273405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3383280"/>
            <a:ext cx="4754880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Criar um protótipo simples que registre dados e automatize o processamento de respostas usando IA.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329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Tecnologias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12700">
            <a:solidFill>
              <a:srgbClr val="DA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Ferramentas e responsabilidades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636776"/>
            <a:ext cx="10927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solução visual e integrada, com pouca programação tradicional.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257800" cy="1362456"/>
          </a:xfrm>
          <a:prstGeom prst="roundRect">
            <a:avLst>
              <a:gd name="adj" fmla="val 10067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569464"/>
            <a:ext cx="749808" cy="749808"/>
          </a:xfrm>
          <a:prstGeom prst="ellipse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9848" y="2706624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837944" y="25694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Forms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37944" y="30449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Formulário de solicitação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257800" cy="1362456"/>
          </a:xfrm>
          <a:prstGeom prst="roundRect">
            <a:avLst>
              <a:gd name="adj" fmla="val 10067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64808" y="2569464"/>
            <a:ext cx="749808" cy="749808"/>
          </a:xfrm>
          <a:prstGeom prst="ellipse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93408" y="2706624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461504" y="256946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61504" y="304495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dos agendamentos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3959352"/>
            <a:ext cx="5257800" cy="1362456"/>
          </a:xfrm>
          <a:prstGeom prst="roundRect">
            <a:avLst>
              <a:gd name="adj" fmla="val 10067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242816"/>
            <a:ext cx="749808" cy="749808"/>
          </a:xfrm>
          <a:prstGeom prst="ellipse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79976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837944" y="42428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837944" y="47183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Orquestração da automação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263640" y="3959352"/>
            <a:ext cx="5257800" cy="1362456"/>
          </a:xfrm>
          <a:prstGeom prst="roundRect">
            <a:avLst>
              <a:gd name="adj" fmla="val 10067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64808" y="4242816"/>
            <a:ext cx="749808" cy="749808"/>
          </a:xfrm>
          <a:prstGeom prst="ellipse">
            <a:avLst/>
          </a:prstGeom>
          <a:solidFill>
            <a:srgbClr val="56D6BE"/>
          </a:solidFill>
          <a:ln w="12700">
            <a:solidFill>
              <a:srgbClr val="56D6B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93408" y="4379976"/>
            <a:ext cx="301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61504" y="42428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do Gemini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61504" y="471830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Geração de respostas com IA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329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12700">
            <a:solidFill>
              <a:srgbClr val="DA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Como funciona o AgendaFácil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636776"/>
            <a:ext cx="10927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principal implementado com serviços integrados.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66928" y="2441448"/>
            <a:ext cx="2569464" cy="1627632"/>
          </a:xfrm>
          <a:prstGeom prst="roundRect">
            <a:avLst>
              <a:gd name="adj" fmla="val 9551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26609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3026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768096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63824" y="30175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474720" y="2441448"/>
            <a:ext cx="2569464" cy="1627632"/>
          </a:xfrm>
          <a:prstGeom prst="roundRect">
            <a:avLst>
              <a:gd name="adj" fmla="val 9551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75888" y="26609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75888" y="3026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Sheets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3675888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71616" y="30175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6382512" y="2441448"/>
            <a:ext cx="2569464" cy="1627632"/>
          </a:xfrm>
          <a:prstGeom prst="roundRect">
            <a:avLst>
              <a:gd name="adj" fmla="val 9551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26609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583680" y="3026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583680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Automação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979408" y="3017520"/>
            <a:ext cx="347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9290304" y="2441448"/>
            <a:ext cx="2569464" cy="1627632"/>
          </a:xfrm>
          <a:prstGeom prst="roundRect">
            <a:avLst>
              <a:gd name="adj" fmla="val 9551"/>
            </a:avLst>
          </a:prstGeom>
          <a:solidFill>
            <a:srgbClr val="DDF8F1"/>
          </a:solidFill>
          <a:ln w="12700">
            <a:solidFill>
              <a:srgbClr val="8DDB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91472" y="2660904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91472" y="30266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Gemini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91472" y="35661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Resposta com IA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" y="4846320"/>
            <a:ext cx="10954512" cy="822960"/>
          </a:xfrm>
          <a:prstGeom prst="roundRect">
            <a:avLst>
              <a:gd name="adj" fmla="val 13333"/>
            </a:avLst>
          </a:prstGeom>
          <a:solidFill>
            <a:srgbClr val="13243B"/>
          </a:solidFill>
          <a:ln w="12700">
            <a:solidFill>
              <a:srgbClr val="13243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102352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Resultado: dados organizados e resposta gerada pela Inteligência Artificial.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329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12700">
            <a:solidFill>
              <a:srgbClr val="DA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Evidências do protótipo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636776"/>
            <a:ext cx="10927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Substituir os espaços abaixo por capturas reais antes da apresentação.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" y="2331720"/>
            <a:ext cx="3593592" cy="2670048"/>
          </a:xfrm>
          <a:prstGeom prst="roundRect">
            <a:avLst>
              <a:gd name="adj" fmla="val 4795"/>
            </a:avLst>
          </a:prstGeom>
          <a:solidFill>
            <a:srgbClr val="F7F9FC"/>
          </a:solidFill>
          <a:ln w="17780">
            <a:solidFill>
              <a:srgbClr val="B8C9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2278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9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INSERIR PRINT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" y="5221224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Forms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21792" y="5632704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Tela do formulário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480560" y="2331720"/>
            <a:ext cx="3593592" cy="2670048"/>
          </a:xfrm>
          <a:prstGeom prst="roundRect">
            <a:avLst>
              <a:gd name="adj" fmla="val 4795"/>
            </a:avLst>
          </a:prstGeom>
          <a:solidFill>
            <a:srgbClr val="F7F9FC"/>
          </a:solidFill>
          <a:ln w="17780">
            <a:solidFill>
              <a:srgbClr val="B8C9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32278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9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INSERIR PRINT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80560" y="5221224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Sheets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480560" y="5632704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recebidos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339328" y="2331720"/>
            <a:ext cx="3593592" cy="2670048"/>
          </a:xfrm>
          <a:prstGeom prst="roundRect">
            <a:avLst>
              <a:gd name="adj" fmla="val 4795"/>
            </a:avLst>
          </a:prstGeom>
          <a:solidFill>
            <a:srgbClr val="F7F9FC"/>
          </a:solidFill>
          <a:ln w="17780">
            <a:solidFill>
              <a:srgbClr val="B8C9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59368" y="3227832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293A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INSERIR PRINT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39328" y="5221224"/>
            <a:ext cx="3593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+ Gemini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339328" y="5632704"/>
            <a:ext cx="3593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Fluxo e integração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329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crítica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12700">
            <a:solidFill>
              <a:srgbClr val="DA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Vantagens e limitações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636776"/>
            <a:ext cx="10927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Reflexão sobre o uso de Low Code, No Code e 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121408"/>
            <a:ext cx="525780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1430">
            <a:solidFill>
              <a:srgbClr val="DAE4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2395728"/>
            <a:ext cx="64008" cy="384048"/>
          </a:xfrm>
          <a:prstGeom prst="rect">
            <a:avLst/>
          </a:prstGeom>
          <a:solidFill>
            <a:srgbClr val="56D6BE"/>
          </a:solidFill>
          <a:ln w="12700">
            <a:solidFill>
              <a:srgbClr val="56D6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86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vantagens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96112" y="3035808"/>
            <a:ext cx="475488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Desenvolvimento rápido do protótipo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Integração visual entre plataformas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Redução de tarefas manuais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2121408"/>
            <a:ext cx="5257800" cy="347472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1430">
            <a:solidFill>
              <a:srgbClr val="DAE4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64808" y="2395728"/>
            <a:ext cx="64008" cy="38404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238658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limitações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19672" y="3035808"/>
            <a:ext cx="475488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Dependência de serviços externos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Limites e custos dos planos / APIs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Necessidade de validar respostas da IA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07BE8"/>
          </a:solidFill>
          <a:ln w="12700">
            <a:solidFill>
              <a:srgbClr val="407B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291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407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AGENDAFÁCIL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595360" y="329184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6428232"/>
            <a:ext cx="11064240" cy="0"/>
          </a:xfrm>
          <a:prstGeom prst="line">
            <a:avLst/>
          </a:prstGeom>
          <a:noFill/>
          <a:ln w="12700">
            <a:solidFill>
              <a:srgbClr val="DAE4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6424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93268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Resultados, validação e próximos passos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85216" y="1636776"/>
            <a:ext cx="109270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5758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demonstra a aplicação prática de automação com IA.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20370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foi desenvolvido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58768" y="220370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Integração entre Forms, Sheets, Make e API do Gemini.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3291840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EDF3FA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4564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Validação final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58768" y="34564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Demonstrar um envio fictício e conferir registros, mensagens e segurança das credenciais.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4544568"/>
            <a:ext cx="10789920" cy="1005840"/>
          </a:xfrm>
          <a:prstGeom prst="roundRect">
            <a:avLst>
              <a:gd name="adj" fmla="val 9091"/>
            </a:avLst>
          </a:prstGeom>
          <a:solidFill>
            <a:srgbClr val="E2F8F3"/>
          </a:solidFill>
          <a:ln w="12700">
            <a:solidFill>
              <a:srgbClr val="DAE4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709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Evolução futura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858768" y="47091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638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disponibilidade de horários, aprimorar tratamento de erros e monitorar a automação.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AgendaFácil — Apresentação do Projeto</dc:title>
  <dc:subject>Projeto Low Code / No Code / Vibecode</dc:subject>
  <dc:creator>AgendaFácil</dc:creator>
  <cp:lastModifiedBy>AgendaFácil</cp:lastModifiedBy>
  <cp:revision>1</cp:revision>
  <dcterms:created xsi:type="dcterms:W3CDTF">2026-10-28T14:26:56Z</dcterms:created>
  <dcterms:modified xsi:type="dcterms:W3CDTF">2026-10-28T14:26:56Z</dcterms:modified>
</cp:coreProperties>
</file>